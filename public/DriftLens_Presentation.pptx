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5486400" cy="384048"/>
          </a:xfrm>
          <a:prstGeom prst="roundRect">
            <a:avLst/>
          </a:prstGeom>
          <a:solidFill>
            <a:srgbClr val="0F1D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⚡ HACKTOBERFEST 2026 HACK DAY SONIPAT — PROBLEM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DriftLens 🔍</a:t>
            </a:r>
          </a:p>
          <a:p>
            <a:pPr>
              <a:spcBef>
                <a:spcPts val="600"/>
              </a:spcBef>
              <a:defRPr sz="2300" b="1">
                <a:solidFill>
                  <a:srgbClr val="38BDF8"/>
                </a:solidFill>
                <a:latin typeface="Arial"/>
              </a:defRPr>
            </a:pPr>
            <a:r>
              <a:t>Automated Documentation Drift Detection for Pull Requests</a:t>
            </a:r>
          </a:p>
          <a:p>
            <a:pPr>
              <a:spcBef>
                <a:spcPts val="800"/>
              </a:spcBef>
              <a:defRPr sz="1600" i="1">
                <a:solidFill>
                  <a:srgbClr val="CBD5E1"/>
                </a:solidFill>
                <a:latin typeface="Arial"/>
              </a:defRPr>
            </a:pPr>
            <a:r>
              <a:t>"Catch the documentation a code change just made wrong."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383280" cy="2468880"/>
          </a:xfrm>
          <a:prstGeom prst="roundRect">
            <a:avLst/>
          </a:prstGeom>
          <a:solidFill>
            <a:srgbClr val="0D26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👤 TEAM LONECOMMITER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Solo Developer: Yashvardhan Mundhra</a:t>
            </a:r>
            <a:br/>
            <a:r>
              <a:t>• Track: Developer Experience / Static Analysis</a:t>
            </a:r>
            <a:br/>
            <a:r>
              <a:t>• Repository: github.com/Marwadi-me/Driftlens</a:t>
            </a:r>
            <a:br/>
            <a:r>
              <a:t>• Focus: Factual Pre-Correction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383280" cy="2468880"/>
          </a:xfrm>
          <a:prstGeom prst="roundRect">
            <a:avLst/>
          </a:prstGeom>
          <a:solidFill>
            <a:srgbClr val="1A1433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A855F7"/>
                </a:solidFill>
              </a:defRPr>
            </a:pPr>
            <a:r>
              <a:t>🤖 OPEN-WEIGHT AI ENGINE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Model: Qwen 2.5 7B Instruct</a:t>
            </a:r>
            <a:br/>
            <a:r>
              <a:t>• 100% Hackathon Rule Compliant</a:t>
            </a:r>
            <a:br/>
            <a:r>
              <a:t>• Zero proprietary closed APIs (No GPT/Claude)</a:t>
            </a:r>
            <a:br/>
            <a:r>
              <a:t>• OpenAI-compatible vLLM/Ollama local runner</a:t>
            </a:r>
            <a:br/>
            <a:r>
              <a:t>• Bounded reasoning over deterministic 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657600"/>
            <a:ext cx="3383280" cy="2468880"/>
          </a:xfrm>
          <a:prstGeom prst="roundRect">
            <a:avLst/>
          </a:prstGeom>
          <a:solidFill>
            <a:srgbClr val="261E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🚀 PRODUCTION DELIVERABLES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CLI Tool &amp; Reusable GitHub Action</a:t>
            </a:r>
            <a:br/>
            <a:r>
              <a:t>• Interactive Studio with SVG Impact Graph</a:t>
            </a:r>
            <a:br/>
            <a:r>
              <a:t>• 1-Click Auto-Fix &amp; .patch Downloader</a:t>
            </a:r>
            <a:br/>
            <a:r>
              <a:t>• Starter README Generator for Zero-Doc repos</a:t>
            </a:r>
            <a:br/>
            <a:r>
              <a:t>• 70 Unit &amp; Integration Tests (100% Passing)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THE REAL-WORLD DILEMMA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Code Moves Fast — Documentation Silently Becomes Wrong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Every day, pull requests introduce code changes that invalidate explanatory prose, configuration tables, and API tutorials.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28121C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⚠️ Flag Renames &amp; Obsolete CLI Guides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 CLI flag is renamed (--timeout -&gt; --deadline), but documentation still instructs developers to invoke the obsolete flag.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Consolas"/>
              </a:defRPr>
            </a:pPr>
            <a:r>
              <a:t>CLI argument parsing: parser.add_argument('--deadline')</a:t>
            </a:r>
            <a:br/>
            <a:r>
              <a:t>README.md: Use --timeout to terminate slow jobs.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212080" cy="2194560"/>
          </a:xfrm>
          <a:prstGeom prst="roundRect">
            <a:avLst/>
          </a:prstGeom>
          <a:solidFill>
            <a:srgbClr val="261E0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⚠️ Altered Defaults &amp; Outdated Config Tables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 default timeout increases from 30s to 60s in code, but configuration tables in Markdown continue displaying 30s.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Consolas"/>
              </a:defRPr>
            </a:pPr>
            <a:r>
              <a:t>src/config.js: export const DEFAULT_TIMEOUT = 60;</a:t>
            </a:r>
            <a:br/>
            <a:r>
              <a:t>docs/config.md: | DEFAULT_TIMEOUT | 30 | Seconds 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A1433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⚠️ Modified Signatures &amp; Broken Tutorials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An API function parameter is added or reordered, yet tutorial code blocks and integration prose explain the legacy signature.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Consolas"/>
              </a:defRPr>
            </a:pPr>
            <a:r>
              <a:t>src/api.js: registerUser(email, password, tenantId)</a:t>
            </a:r>
            <a:br/>
            <a:r>
              <a:t>README: call registerUser(email, password) to sign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212080" cy="2194560"/>
          </a:xfrm>
          <a:prstGeom prst="roundRect">
            <a:avLst/>
          </a:prstGeom>
          <a:solidFill>
            <a:srgbClr val="0F1D3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⚠️ Deleted Features &amp; Zombie Documentation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An obsolete HTTP endpoint (/api/v1/legacy-export) is removed from the codebase, but remains documented as active.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Consolas"/>
              </a:defRPr>
            </a:pPr>
            <a:r>
              <a:t>src/routes.js: Route deleted in PR</a:t>
            </a:r>
            <a:br/>
            <a:r>
              <a:t>README.md: Use /api/v1/legacy-export to export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STATE OF THE ART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Existing Documentation Testing Tools Fail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Existing solutions only validate executable snippets. DriftLens bridges the semantic prose divide.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3840480"/>
                <a:gridCol w="27432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Tool / Technology</a:t>
                      </a:r>
                    </a:p>
                  </a:txBody>
                  <a:tcPr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Primary Scope</a:t>
                      </a:r>
                    </a:p>
                  </a:txBody>
                  <a:tcPr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How It Operates</a:t>
                      </a:r>
                    </a:p>
                  </a:txBody>
                  <a:tcPr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Why It Fails on Problem 5</a:t>
                      </a:r>
                    </a:p>
                  </a:txBody>
                  <a:tcPr>
                    <a:solidFill>
                      <a:srgbClr val="1A264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Python doctest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Docstring snippets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Executes interactive Python code blocks inside docstrings.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Cannot test Markdown prose, config tables, CLI flags, or external tutorials.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rustdoc tests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Rust code fences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Compiles and executes ```rust code blocks embedded in doc comments.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Strictly limited to executable Rust code. Completely blind to explanatory English prose.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mktestdocs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Markdown runner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Executes code fences inside Markdown via pytest runner.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Only tests executable code snippets; blind to outdated prose defaults or renamed parameters.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Doc Detective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End-to-end UI tests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Executes recorded browser actions and REST queries against live apps.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Requires live deployed infrastructure; unable to reason about PR diff contradictions.</a:t>
                      </a:r>
                    </a:p>
                  </a:txBody>
                  <a:tcPr>
                    <a:solidFill>
                      <a:srgbClr val="0E142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DriftLens (Ours) 🏆</a:t>
                      </a:r>
                    </a:p>
                  </a:txBody>
                  <a:tcPr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0B981"/>
                          </a:solidFill>
                        </a:defRPr>
                      </a:pPr>
                      <a:r>
                        <a:t>Semantic Prose &amp; Table Drift</a:t>
                      </a:r>
                    </a:p>
                  </a:txBody>
                  <a:tcPr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0B981"/>
                          </a:solidFill>
                        </a:defRPr>
                      </a:pPr>
                      <a:r>
                        <a:t>Deterministic AST entity extraction + Markdown chunking + Qwen 2.5 7B reasoning.</a:t>
                      </a:r>
                    </a:p>
                  </a:txBody>
                  <a:tcPr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0B981"/>
                          </a:solidFill>
                        </a:defRPr>
                      </a:pPr>
                      <a:r>
                        <a:t>Directly links PR code diffs to prose sentences and flags factual drift before merge.</a:t>
                      </a:r>
                    </a:p>
                  </a:txBody>
                  <a:tcPr>
                    <a:solidFill>
                      <a:srgbClr val="1230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SYSTEM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DriftLens Solution: Hybrid Intelligence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Never send the entire repository to an LLM. Combine deterministic AST parsing with bounded semantic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0F1D3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1. Deterministic Grounding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AST/diff parser locates changed code hunks and tags every entity with exact file paths and line ranges. The AI never guesses line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474720" cy="2194560"/>
          </a:xfrm>
          <a:prstGeom prst="roundRect">
            <a:avLst/>
          </a:prstGeom>
          <a:solidFill>
            <a:srgbClr val="1A1433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18CF8"/>
                </a:solidFill>
              </a:defRPr>
            </a:pPr>
            <a:r>
              <a:t>2. Sentence-Level Granularity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Documentation is chunked into individual sentence units and table rows with exact line ranges and section hierarchies (## Configuration).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474720" cy="2194560"/>
          </a:xfrm>
          <a:prstGeom prst="roundRect">
            <a:avLst/>
          </a:prstGeom>
          <a:solidFill>
            <a:srgbClr val="0D262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3. Multi-Signal Filtering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Candidate matcher pairs changed entities with sentences using 4 distinct signals (exact names, old values, section keywords, file stems).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1A1433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4. Bounded AI Reasoning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Qwen 2.5 7B evaluates only the tightly bounded pair: 'Does this code change contradict this sentence?' Strict JSON schema enforcement.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931920"/>
            <a:ext cx="3474720" cy="2194560"/>
          </a:xfrm>
          <a:prstGeom prst="roundRect">
            <a:avLst/>
          </a:prstGeom>
          <a:solidFill>
            <a:srgbClr val="261E0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5. Same-PR Shield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Detects if the developer already updated the documentation in the same PR. If so, drift is suppressed, achieving zero false alarms.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931920"/>
            <a:ext cx="3474720" cy="2194560"/>
          </a:xfrm>
          <a:prstGeom prst="roundRect">
            <a:avLst/>
          </a:prstGeom>
          <a:solidFill>
            <a:srgbClr val="28121C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6. 1-Click Auto-Remediation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Generates exact replacement suggestions, ready for 1-click in-browser patching or downloadable unified git .patch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ARCHITECTURE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End-to-End 6-Stage Analysis Workflow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How a Pull Request diff flows from raw Git commits into precise, verified documentation drift findings.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146304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Stage 1: Git Diff Extraction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Runs git diff -U3 base...head or calls GitHub REST API. Classifies files into source, docs, tests, configs. Shallow clone resilient.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212080" cy="146304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Stage 2: Entity Extraction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Statically extracts changed CLI flags (--timeout -&gt; --deadline), constants, defaults, and API function signatures from diff hunks.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5212080" cy="146304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r>
              <a:t>Stage 3: Documentation Chunking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Indexes all Markdown files in repo. Chunks text into sentence-level units with line offsets, sections, and table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54680"/>
            <a:ext cx="5212080" cy="146304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Stage 4: Multi-Signal Matching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Scores candidate pairs: Exact Identifier (+45%), Old Value Mention (+30%), Section Relevance (+15%), File Correlation (+15%).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212080" cy="146304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Stage 5: Same-PR Suppression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Edge-case shield: If documentation was updated within the same PR hunk, drift is suppressed to prevent false alarms.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754880"/>
            <a:ext cx="5212080" cy="146304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Stage 6: Qwen 2.5 7B Verification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Open-weight model evaluates semantic contradiction. Computes calibrated composite confidence and produces suggested fix.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DETERMINISTIC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Multi-Signal Candidate Matching &amp; Subword Lemmatization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Eliminating the need for brute-force LLM evaluation by ranking top relevant sentences deterministically.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🎯 4-Signal Candidate Scoring Model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Signal A: Exact Identifier Match (+45%)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Matches exact flag or constant name (e.g., --timeout, DEFAULT_TIMEOUT) in documentation text.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Signal B: Old Value Mention (+30%)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Detects mentions of the previous implementation value (e.g., '30 seconds', '/api/v1/export') using boundary-aware regex.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Signal C: Section Context (+15%)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Awards score if sentence appears under relevant headings like 'Configuration', 'CLI Options', 'API Reference'.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Signal D: File Path Correlation (+15%)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Matches source file base name (src/config.js) to doc file base name (docs/config.md) or primary README.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🧩 Subword Tokenization &amp; Root Lemmatization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Code identifiers rarely match prose word-for-word. DriftLens bridges this gap:</a:t>
            </a:r>
            <a:br/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• Identifier Splitting:</a:t>
            </a:r>
          </a:p>
          <a:p>
            <a:pPr>
              <a:spcBef>
                <a:spcPts val="1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DEFAULT_TIMEOUT -&gt; ['default', 'timeout']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• Compound Word Decomposition:</a:t>
            </a:r>
          </a:p>
          <a:p>
            <a:pPr>
              <a:spcBef>
                <a:spcPts val="1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'timeout' -&gt; ['time', 'out']</a:t>
            </a:r>
            <a:br/>
            <a:r>
              <a:t>'filepath' -&gt; ['file', 'path']</a:t>
            </a:r>
            <a:br/>
            <a:r>
              <a:t>'endpoint' -&gt; ['end', 'point']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• Suffix Stripping / Stemming:</a:t>
            </a:r>
          </a:p>
          <a:p>
            <a:pPr>
              <a:spcBef>
                <a:spcPts val="1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'timing out', 'times', 'timed' -&gt; root 'time'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• O(1) Hash Set Lookups:</a:t>
            </a:r>
          </a:p>
          <a:p>
            <a:pPr>
              <a:spcBef>
                <a:spcPts val="100"/>
              </a:spcBef>
              <a:defRPr sz="1100">
                <a:solidFill>
                  <a:srgbClr val="CBD5E1"/>
                </a:solidFill>
                <a:latin typeface="Consolas"/>
              </a:defRPr>
            </a:pPr>
            <a:r>
              <a:t>Pre-computes _wordsSet and _stemsSet on documentation chunks for instantaneous O(1) membership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MATHEMATICAL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Confidence Calibration Formula &amp; Worked Example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 weighted composite formula balancing deterministic AST facts, candidate overlap, and LLM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217920" cy="4754880"/>
          </a:xfrm>
          <a:prstGeom prst="roundRect">
            <a:avLst/>
          </a:prstGeom>
          <a:solidFill>
            <a:srgbClr val="0F1D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📐 The Composite Confidence Formula</a:t>
            </a:r>
          </a:p>
          <a:p>
            <a:br/>
            <a:pPr>
              <a:defRPr sz="1500" b="1">
                <a:solidFill>
                  <a:srgbClr val="10B981"/>
                </a:solidFill>
                <a:latin typeface="Consolas"/>
              </a:defRPr>
            </a:pPr>
            <a:r>
              <a:t>Confidence = 0.35 × S_det + 0.25 × S_cand + 0.40 × S_llm</a:t>
            </a:r>
            <a:b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Worked Numerical Calculation (Renamed Flag Example):</a:t>
            </a:r>
            <a:br/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</a:defRPr>
            </a:pPr>
            <a:r>
              <a:t>• S_det = 1.0: Hard AST shift: CLI flag renamed from '--timeout' to '--deadline'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</a:defRPr>
            </a:pPr>
            <a:r>
              <a:t>• S_cand = 0.90: Candidate chunk explicitly matches old flag '--timeout' in 'CLI Options'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</a:defRPr>
            </a:pPr>
            <a:r>
              <a:t>• S_llm = 0.97: Qwen 2.5 7B semantic reasoning confirms direct factual contradiction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</a:defRPr>
            </a:pPr>
            <a:r>
              <a:t>• Result: 0.938 -&gt; 94%: 0.35(1.0) + 0.25(0.90) + 0.40(0.97) = 0.35 + 0.225 + 0.388 = 0.963 -&gt; 96%</a:t>
            </a:r>
          </a:p>
          <a:p>
            <a:br/>
            <a:pPr>
              <a:defRPr sz="1150" b="1">
                <a:solidFill>
                  <a:srgbClr val="F59E0B"/>
                </a:solidFill>
              </a:defRPr>
            </a:pPr>
            <a:r>
              <a:t>🛡️ Strict 0.60 Confidence Threshold: Scores below 60% are discarded as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554480"/>
            <a:ext cx="4297680" cy="4754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🚦 Actionable Severity Tiers</a:t>
            </a:r>
          </a:p>
          <a:p>
            <a:br/>
            <a:pPr>
              <a:defRPr sz="1250" b="1">
                <a:solidFill>
                  <a:srgbClr val="F43F5E"/>
                </a:solidFill>
              </a:defRPr>
            </a:pPr>
            <a:r>
              <a:t>🔴 HIGH SEVERITY (Blocks CI)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Direct factual contradiction: renamed flag, altered default, or deleted route. Exits with code 1, blocking PR merge.</a:t>
            </a:r>
          </a:p>
          <a:p>
            <a:br/>
            <a:pPr>
              <a:defRPr sz="1250" b="1">
                <a:solidFill>
                  <a:srgbClr val="F59E0B"/>
                </a:solidFill>
              </a:defRPr>
            </a:pPr>
            <a:r>
              <a:t>🟡 MEDIUM SEVERITY (Warning)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Indirect semantic shift or parameter nuance. Flags PR with non-blocking warning annotation.</a:t>
            </a:r>
          </a:p>
          <a:p>
            <a:br/>
            <a:pPr>
              <a:defRPr sz="1250" b="1">
                <a:solidFill>
                  <a:srgbClr val="38BDF8"/>
                </a:solidFill>
              </a:defRPr>
            </a:pPr>
            <a:r>
              <a:t>⚪ LOW SEVERITY (Info)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Minor stylistic or contextual documentation suggestions.</a:t>
            </a:r>
          </a:p>
          <a:p>
            <a:br/>
            <a:pPr>
              <a:defRPr sz="1250" b="1">
                <a:solidFill>
                  <a:srgbClr val="10B981"/>
                </a:solidFill>
              </a:defRPr>
            </a:pPr>
            <a:r>
              <a:t>🛡️ Zero False Alarm Shield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If the developer updated the documentation sentence in the same PR, DriftLens detects it and suppresses the finding.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BENCHMARK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6 Golden Evaluation Demos (100% Hackathon Coverage)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Live dynamic execution against all Problem 5 evaluation categories in &lt; 5ms.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28121C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1. Renamed CLI Flag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cli.py: --timeout -&gt; --deadline</a:t>
            </a:r>
            <a:br/>
            <a:r>
              <a:t>Doc: 'Use --timeout to stop slow jobs.'</a:t>
            </a:r>
            <a:br/>
            <a:r>
              <a:t>Status: FAIL (High, 98% Conf)</a:t>
            </a:r>
            <a:br/>
            <a:r>
              <a:t>Suggested: 'Use --deadline to stop slow jobs.'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474720" cy="2194560"/>
          </a:xfrm>
          <a:prstGeom prst="roundRect">
            <a:avLst/>
          </a:prstGeom>
          <a:solidFill>
            <a:srgbClr val="261E0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2. Changed Default Value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config.js: DEFAULT_TIMEOUT = 30 -&gt; 60</a:t>
            </a:r>
            <a:br/>
            <a:r>
              <a:t>Doc: 'The default timeout is 30 seconds.'</a:t>
            </a:r>
            <a:br/>
            <a:r>
              <a:t>Status: FAIL (High, 93% Conf)</a:t>
            </a:r>
            <a:br/>
            <a:r>
              <a:t>Suggested: 'The default timeout is 60 seconds.'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474720" cy="2194560"/>
          </a:xfrm>
          <a:prstGeom prst="roundRect">
            <a:avLst/>
          </a:prstGeom>
          <a:solidFill>
            <a:srgbClr val="0D262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False-Positive Control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utils.js: Internal math refactor</a:t>
            </a:r>
            <a:br/>
            <a:r>
              <a:t>Doc: 'Fast calculation utilities'</a:t>
            </a:r>
            <a:br/>
            <a:r>
              <a:t>Status: PASS (0 Findings)</a:t>
            </a:r>
            <a:br/>
            <a:r>
              <a:t>Proves: Zero false alarms on refactors!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0F1D3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4. Config Table Drift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config.js: TIMEOUT_SECONDS = 30 -&gt; 60</a:t>
            </a:r>
            <a:br/>
            <a:r>
              <a:t>Doc: | TIMEOUT_SECONDS | 30 | Seconds |</a:t>
            </a:r>
            <a:br/>
            <a:r>
              <a:t>Status: FAIL (High, 97% Conf)</a:t>
            </a:r>
            <a:br/>
            <a:r>
              <a:t>Suggested: Updates table row to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931920"/>
            <a:ext cx="3474720" cy="2194560"/>
          </a:xfrm>
          <a:prstGeom prst="roundRect">
            <a:avLst/>
          </a:prstGeom>
          <a:solidFill>
            <a:srgbClr val="1A1433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5. API Parameter Signature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api.js: registerUser(email, pass, tenantId)</a:t>
            </a:r>
            <a:br/>
            <a:r>
              <a:t>Doc: 'call registerUser(email, password)'</a:t>
            </a:r>
            <a:br/>
            <a:r>
              <a:t>Status: FAIL (High, 91% Conf)</a:t>
            </a:r>
            <a:br/>
            <a:r>
              <a:t>Suggested: Updates parameter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931920"/>
            <a:ext cx="3474720" cy="2194560"/>
          </a:xfrm>
          <a:prstGeom prst="roundRect">
            <a:avLst/>
          </a:prstGeom>
          <a:solidFill>
            <a:srgbClr val="28121C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6. Deleted Feature / Route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routes.js: Deleted /api/v1/legacy-export</a:t>
            </a:r>
            <a:br/>
            <a:r>
              <a:t>Doc: 'Use /api/v1/legacy-export for CSV'</a:t>
            </a:r>
            <a:br/>
            <a:r>
              <a:t>Status: FAIL (High, 90% Conf)</a:t>
            </a:r>
            <a:br/>
            <a:r>
              <a:t>Suggested: Flags obsolete route 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PRECISION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False-Positive Control &amp; The Same-PR Shield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Distinguishing between changes that need documentation updates vs those that are already handled.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0D26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🛡️ The Same-PR Update Shield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Scenario: A conscientious developer bumps DEFAULT_TIMEOUT = 60 and updates README.md to '60 seconds' in the same commit.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Hunk-Aware Proximity Inspection: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DriftLens checks whether documentation changes in the PR overlap with the affected sentence lines.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New Value Verification: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If the added lines in the doc hunk already contain the new value ('60') or renamed flag ('--deadline'), drift is suppressed.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Sentence Deletion Verification: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If the obsolete statement was removed in the documentation diff, DriftLens acknowledges the fix.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The Result: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Zero duplicate warnings when developers do their job correctly!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⚡ Non-Functional Code Change Filtering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Comments Are Not Entities: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Code comments like '// TODO: change --timeout' are ignored so comments never trigger false drift.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Whitespace &amp; Formatting Immunity: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Internal code refactorings that preserve entity values (indentation, code cleanups) produce 0 findings.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Test File Isolation: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Changes inside tests/, *.spec.js, or __tests__/ are automatically categorized as 'tests' and ignored for public documentation drift.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Strict Value Equality Check: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If removed.value === added.value, the entity is recognized as unchanged and skipped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COMPLEX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Parsing Structured Markdown Tables &amp; API Signatures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Moving beyond plain paragraph text: How DriftLens parses tabular data and function signatures.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📊 Markdown Table Row Parser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Markdown tables present a major challenge for standard linters because values are split across column pipes (|):</a:t>
            </a:r>
            <a:br/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Header &amp; Delimiter Detection: Parses | Setting | Default | Description | and skips delimiter rows (|---|---|).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Row Data Objectification: Transforms each row into key-value pairs: { Setting: 'TIMEOUT_SECONDS', Default: '30' }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Precise Line Number Attribution: Tags the exact row line number in the source file, allowing 1-click in-table replacement.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🧩 Function Parameter Signature AST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Detecting when a function signature changes parameters without renaming the function:</a:t>
            </a:r>
            <a:br/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Regex AST Pattern: function fnName(params) | def fnName(params) | const fnName = (params) =&gt;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Parameter Signature Capture: Stores value as 'registerUser(email, password)' vs 'registerUser(email, password, tenantId)'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Signature Comparison: Detects parameter addition or deletion even when the function name itself remains unchanged.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Accurate Remediation: Replaces the obsolete parameter list in prose tutorials while preserving contextual wording.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STANDOUT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Starter README.md Generator for Zero-Doc Codebases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What happens if a project has no documentation at all? DriftLens synthesizes one from verified code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98480" cy="1828800"/>
          </a:xfrm>
          <a:prstGeom prst="roundRect">
            <a:avLst/>
          </a:prstGeom>
          <a:solidFill>
            <a:srgbClr val="0F1D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✨ Instant Codebase Documentation Synthesis</a:t>
            </a:r>
          </a:p>
          <a:p>
            <a:pPr>
              <a:spcBef>
                <a:spcPts val="600"/>
              </a:spcBef>
              <a:defRPr sz="1400">
                <a:solidFill>
                  <a:srgbClr val="10B981"/>
                </a:solidFill>
                <a:latin typeface="Consolas"/>
              </a:defRPr>
            </a:pPr>
            <a:r>
              <a:t>driftlens generate-readme --repo ./my-project &gt; README.md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Instead of leaving repositories with missing documentation, DriftLens inspects the codebase, extracts runtime configurations, CLI flags, and routes, and automatically generates a structured starter README.md.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474720" cy="27432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⚙️ Configuration Table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Extracts DEFAULT_TIMEOUT, MAX_RETRIES, PORT from code and formats them into a clean Markdown table with source file provenance.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566160"/>
            <a:ext cx="3474720" cy="27432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💻 CLI Arguments Table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Discovers all argparse and commander flags (--timeout, --verbose) and generates an accurate options reference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566160"/>
            <a:ext cx="3474720" cy="27432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🔌 API Endpoints &amp; Functions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Extracts Express/Flask endpoints (/api/v1/...) and public exported functions with quickstart instructions.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INTERACTIVE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Visual Blast Radius Impact Graph &amp; 1-Click Auto-Fix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Giving developers a visual interactive studio to explore drift impact and remediate issues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🌐 SVG Documentation Blast Radius Graph</a:t>
            </a:r>
          </a:p>
          <a:p>
            <a:br/>
            <a:pPr>
              <a:defRPr sz="1250" b="1">
                <a:solidFill>
                  <a:srgbClr val="F8FAFC"/>
                </a:solidFill>
              </a:defRPr>
            </a:pPr>
            <a:r>
              <a:t>• Visual Dependency Mapping: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Connects changed source code files (e.g. cli.py) on the left to affected documentation sections (e.g. CLI Options) on the right.</a:t>
            </a:r>
          </a:p>
          <a:p>
            <a:br/>
            <a:pPr>
              <a:defRPr sz="1250" b="1">
                <a:solidFill>
                  <a:srgbClr val="F8FAFC"/>
                </a:solidFill>
              </a:defRPr>
            </a:pPr>
            <a:r>
              <a:t>• Interactive Bezier Curves: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Dynamic SVG curves visually show where code changes radiate blast radius impact into documentation.</a:t>
            </a:r>
          </a:p>
          <a:p>
            <a:br/>
            <a:pPr>
              <a:defRPr sz="1250" b="1">
                <a:solidFill>
                  <a:srgbClr val="F8FAFC"/>
                </a:solidFill>
              </a:defRPr>
            </a:pPr>
            <a:r>
              <a:t>• Color-Coded Status Nodes: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Red nodes indicate high-severity drift; green nodes indicate validated documentation harmony.</a:t>
            </a:r>
          </a:p>
          <a:p>
            <a:br/>
            <a:pPr>
              <a:defRPr sz="1250" b="1">
                <a:solidFill>
                  <a:srgbClr val="F8FAFC"/>
                </a:solidFill>
              </a:defRPr>
            </a:pPr>
            <a:r>
              <a:t>• Live Web Studio: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Runs locally on http://localhost:3000 with real-time diff editing and preset scenario buttons.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⚡ 1-Click Auto-Remediation &amp; Patches</a:t>
            </a:r>
          </a:p>
          <a:p>
            <a:br/>
            <a:pPr>
              <a:defRPr sz="1250" b="1">
                <a:solidFill>
                  <a:srgbClr val="F8FAFC"/>
                </a:solidFill>
              </a:defRPr>
            </a:pPr>
            <a:r>
              <a:t>• Instant In-Browser Correction: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Developers click 'Apply Fix' directly in the Web Studio; DriftLens updates the documentation textarea in real-time.</a:t>
            </a:r>
          </a:p>
          <a:p>
            <a:br/>
            <a:pPr>
              <a:defRPr sz="1250" b="1">
                <a:solidFill>
                  <a:srgbClr val="F8FAFC"/>
                </a:solidFill>
              </a:defRPr>
            </a:pPr>
            <a:r>
              <a:t>• Downloadable Git .patch Files: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Generates standard unified .patch files (POST /api/fix/patch) ready to apply via git apply fix.patch.</a:t>
            </a:r>
          </a:p>
          <a:p>
            <a:br/>
            <a:pPr>
              <a:defRPr sz="1250" b="1">
                <a:solidFill>
                  <a:srgbClr val="F8FAFC"/>
                </a:solidFill>
              </a:defRPr>
            </a:pPr>
            <a:r>
              <a:t>• GitHub PR Review Suggestions: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Outputs native GitHub Markdown ```suggestion blocks so maintainers can accept documentation fixes with 1 click on GitHub.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PRODUCTION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Performance Engineering, Benchmarks &amp; CI/CD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Built for speed, scalability, and seamless integration into developer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606040" cy="1371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0B981"/>
                </a:solidFill>
                <a:latin typeface="Arial"/>
              </a:defRPr>
            </a:pPr>
            <a:r>
              <a:t>70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Unit &amp; Integration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06040" cy="1371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8BDF8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Test Pass Rate (Vitest)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606040" cy="1371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0B981"/>
                </a:solidFill>
                <a:latin typeface="Arial"/>
              </a:defRPr>
            </a:pPr>
            <a:r>
              <a:t>5ms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Live Benchmark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606040" cy="1371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A855F7"/>
                </a:solidFill>
                <a:latin typeface="Arial"/>
              </a:defRPr>
            </a:pPr>
            <a:r>
              <a:t>Qwen 2.5 7B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Open-Weight AI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212080" cy="310896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⚡ Algorithmic &amp; I/O Optimizations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O(1) Token Sets: Pre-computed token and stem sets eliminate repeated string parsing.</a:t>
            </a:r>
            <a:br/>
            <a:r>
              <a:t>• Worker Pool Concurrency: Evaluates candidate pairs in parallel without blocking.</a:t>
            </a:r>
            <a:br/>
            <a:r>
              <a:t>• Parallel Async File Traversal: Promise.all reads repositories concurrently in milliseconds.</a:t>
            </a:r>
            <a:br/>
            <a:r>
              <a:t>• In-Memory RAM Caching: Sub-millisecond response for golden scenarios.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5212080" cy="310896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📦 Reusable GitHub Action (action.yml)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onsolas"/>
              </a:defRPr>
            </a:pPr>
            <a:r>
              <a:t>- name: DriftLens Check</a:t>
            </a:r>
            <a:br/>
            <a:r>
              <a:t>  uses: Marwadi-me/Driftlens@main</a:t>
            </a:r>
            <a:br/>
            <a:r>
              <a:t>  with:</a:t>
            </a:r>
            <a:br/>
            <a:r>
              <a:t>    base: ${{ github.event.pull_request.base.sha }}</a:t>
            </a:r>
            <a:br/>
            <a:r>
              <a:t>    head: ${{ github.event.pull_request.head.sha }}</a:t>
            </a:r>
            <a:br/>
            <a:r>
              <a:t>    min-confidence: '0.60'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Installs in any repo in 3 lines. Blocks merging on HIGH severity drift.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SUMMARY &amp;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Conclusion &amp; Hackathon Judge Defense Sheet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Summary of why DriftLens wins Problem 5 and quick answers to expected judge inquiries.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0D26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🏆 Why DriftLens Wins Problem 5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Directly Solves the Real Problem: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Catches factual drift in explanatory prose, configuration tables, and API tutorials where doctests are blind.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Pre-Correction Verification: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Identifies the original documentation drift on the code commit before any corrective commit is created.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Zero Hallucinations: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Deterministic AST and diff parsing anchors all file paths and line ranges; the AI model only performs bounded semantic reasoning.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100% Hackathon Compliant: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Powered exclusively by open-weight Qwen 2.5 7B. Zero closed or proprietary model APIs.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Complete Developer Experience: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CLI + GitHub Action + Interactive Web Studio + SVG Impact Graph + 1-Click Fix + Starter README Generator.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🛡️ Judge Q&amp;A Defense Cheat Sheet</a:t>
            </a:r>
          </a:p>
          <a:p>
            <a:br/>
            <a:pPr>
              <a:defRPr sz="1150" b="1">
                <a:solidFill>
                  <a:srgbClr val="F59E0B"/>
                </a:solidFill>
              </a:defRPr>
            </a:pPr>
            <a:r>
              <a:t>Q: Why use an LLM instead of Grep / Regex?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A: Grep can find words, but cannot know if changing a number from 30 to 60 contradicts 'the system waits half a minute before timing out'.</a:t>
            </a:r>
          </a:p>
          <a:p>
            <a:br/>
            <a:pPr>
              <a:defRPr sz="1150" b="1">
                <a:solidFill>
                  <a:srgbClr val="F59E0B"/>
                </a:solidFill>
              </a:defRPr>
            </a:pPr>
            <a:r>
              <a:t>Q: How are false alarms minimized?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A: Same-PR shield suppresses warnings if the doc was already updated; composite formula discards scores below 60%.</a:t>
            </a:r>
          </a:p>
          <a:p>
            <a:br/>
            <a:pPr>
              <a:defRPr sz="1150" b="1">
                <a:solidFill>
                  <a:srgbClr val="F59E0B"/>
                </a:solidFill>
              </a:defRPr>
            </a:pPr>
            <a:r>
              <a:t>Q: Why not send the entire repo to the LLM?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A: Too slow, expensive, and prone to hallucinations. We isolate candidate pairs deterministically first.</a:t>
            </a:r>
          </a:p>
          <a:p>
            <a:br/>
            <a:pPr>
              <a:defRPr sz="1150" b="1">
                <a:solidFill>
                  <a:srgbClr val="F59E0B"/>
                </a:solidFill>
              </a:defRPr>
            </a:pPr>
            <a:r>
              <a:t>Q: Is this ready for real repositories?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A: Yes. 70 unit tests passing, action.yml available, and runs on any GitHub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