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4754880" cy="4114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★ Hacktoberfest 2026 Hack Day Sonipat — Problem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  <a:latin typeface="Arial"/>
              </a:defRPr>
            </a:pPr>
            <a:r>
              <a:t>DriftLens 🔍</a:t>
            </a:r>
          </a:p>
          <a:p>
            <a:pPr>
              <a:spcBef>
                <a:spcPts val="800"/>
              </a:spcBef>
              <a:defRPr sz="2400">
                <a:solidFill>
                  <a:srgbClr val="38BDF8"/>
                </a:solidFill>
                <a:latin typeface="Arial"/>
              </a:defRPr>
            </a:pPr>
            <a:r>
              <a:t>Automated Documentation Drift Detection for Pull Requests</a:t>
            </a:r>
          </a:p>
          <a:p>
            <a:pPr>
              <a:spcBef>
                <a:spcPts val="1200"/>
              </a:spcBef>
              <a:defRPr sz="1800" i="1">
                <a:solidFill>
                  <a:srgbClr val="94A3B8"/>
                </a:solidFill>
                <a:latin typeface="Arial"/>
              </a:defRPr>
            </a:pPr>
            <a:r>
              <a:t>"Catch the documentation a code change just made wrong."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3291840" cy="20116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  <a:latin typeface="Arial"/>
              </a:defRPr>
            </a:pPr>
            <a:r>
              <a:t>Team LoneCommiter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Yashvardhan Mundhra</a:t>
            </a:r>
            <a:br/>
            <a:r>
              <a:t>• Role: Full-Stack Developer</a:t>
            </a:r>
            <a:br/>
            <a:r>
              <a:t>• Track: Developer Experience</a:t>
            </a:r>
            <a:br/>
            <a:r>
              <a:t>• Category: Static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114800"/>
            <a:ext cx="3291840" cy="20116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Open-Weight AI Model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Qwen 2.5 7B Instruct</a:t>
            </a:r>
            <a:br/>
            <a:r>
              <a:t>• 100% Hackathon Rule Compliant</a:t>
            </a:r>
            <a:br/>
            <a:r>
              <a:t>• Zero proprietary closed APIs</a:t>
            </a:r>
            <a:br/>
            <a:r>
              <a:t>• OpenAI-compatible vLLM/Ollama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114800"/>
            <a:ext cx="3291840" cy="20116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  <a:latin typeface="Arial"/>
              </a:defRPr>
            </a:pPr>
            <a:r>
              <a:t>Key Deliverables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CLI &amp; GitHub Action Workflow</a:t>
            </a:r>
            <a:br/>
            <a:r>
              <a:t>• Interactive Dark-Mode Web Studio</a:t>
            </a:r>
            <a:br/>
            <a:r>
              <a:t>• Visual Blast Radius Impact Graph</a:t>
            </a:r>
            <a:br/>
            <a:r>
              <a:t>• 70 Unit &amp; Integration Tests (100%)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DRIFTLENS | HACKTOBERFEST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Problem: Code Changes Invalidate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3F5E"/>
                </a:solidFill>
                <a:latin typeface="Arial"/>
              </a:defRPr>
            </a:pPr>
            <a:r>
              <a:t>⚠️ Flag Renames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Arial"/>
              </a:defRPr>
            </a:pPr>
            <a:r>
              <a:t>A CLI flag is renamed (--timeout -&gt; --deadline), but prose guides and tutorials still instruct users to run the old command.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212080" cy="20116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3F5E"/>
                </a:solidFill>
                <a:latin typeface="Arial"/>
              </a:defRPr>
            </a:pPr>
            <a:r>
              <a:t>⚠️ Altered Defaults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Arial"/>
              </a:defRPr>
            </a:pPr>
            <a:r>
              <a:t>A default timeout changes from 30s to 60s in code, but configuration tables continue displaying the old 30s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3F5E"/>
                </a:solidFill>
                <a:latin typeface="Arial"/>
              </a:defRPr>
            </a:pPr>
            <a:r>
              <a:t>⚠️ Signature Shifts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Arial"/>
              </a:defRPr>
            </a:pPr>
            <a:r>
              <a:t>API parameters are added or reordered (registerUser), yet integration tutorials continue explaining the legacy signature.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212080" cy="20116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3F5E"/>
                </a:solidFill>
                <a:latin typeface="Arial"/>
              </a:defRPr>
            </a:pPr>
            <a:r>
              <a:t>⚠️ Dead Features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Arial"/>
              </a:defRPr>
            </a:pPr>
            <a:r>
              <a:t>An obsolete endpoint (/api/v1/legacy-export) is deleted in code, but stays documented as active in API docs.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DRIFTLENS | HACKTOBERFEST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Why Existing Tools Cannot Solve This Problem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3657600"/>
                <a:gridCol w="2743200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Tool / Technology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Primary Purpose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How It Operates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Fundamental Blindspot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Python doctest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Docstring test runner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Executes isolated Python code snippets inside docstrings.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Cannot evaluate markdown prose, tables, flags, or tutorials.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rustdoc tests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Rust example testing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Compiles and executes ```rust code blocks in documentation.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Strictly limited to executable Rust code. Blind to prose statements.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mktestdocs / Doc Detective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Markdown snippet runners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Validates executable command fences and UI flows against live apps.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Requires live servers; completely incapable of reasoning about PR diff contradictions.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DriftLens (Our Solution)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Semantic Drift Detection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AST entity extraction + Markdown chunking + Qwen 2.5 7B reasoning.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Directly connects code diffs to prose sentences before merging.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DRIFTLENS | HACKTOBERFEST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DriftLens Architecture: 6-Stage Analysis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  <a:latin typeface="Arial"/>
              </a:defRPr>
            </a:pPr>
            <a:r>
              <a:t>1. Git Diff Extraction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Extracts unified diffs (base...head) via git/GitHub API, classifying files into source, documentation, and configuration.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47472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  <a:latin typeface="Arial"/>
              </a:defRPr>
            </a:pPr>
            <a:r>
              <a:t>2. AST Entity Extraction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Identifies modified constants, CLI flags (--timeout -&gt; --deadline), function signatures, and deleted routes.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47472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  <a:latin typeface="Arial"/>
              </a:defRPr>
            </a:pPr>
            <a:r>
              <a:t>3. Markdown Chunking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Deconstructs Markdown files into sentence-level units with exact line ranges, sections, and table rows.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47472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4. Candidate Matching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Multi-signal scoring: exact identifier (+45%), old value (+30%), section context (+15%), file correlation (+15%).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931920"/>
            <a:ext cx="347472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5. Same-PR Suppression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Checks if documentation was updated in the same PR. If already corrected, suppresses drift (0 false alarms).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931920"/>
            <a:ext cx="347472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  <a:latin typeface="Arial"/>
              </a:defRPr>
            </a:pPr>
            <a:r>
              <a:t>6. Qwen 2.5 7B Verification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Open-weight model evaluates semantic contradiction with composite confidence calibration and 1-click suggested fix.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DRIFTLENS | HACKTOBERFEST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Mathematical Confidence Calibration &amp; False-Positive Shield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Calibrated Composite Confidence Formula</a:t>
            </a:r>
          </a:p>
          <a:p>
            <a:br/>
            <a:pPr>
              <a:defRPr sz="1600" b="1">
                <a:solidFill>
                  <a:srgbClr val="10B981"/>
                </a:solidFill>
              </a:defRPr>
            </a:pPr>
            <a:r>
              <a:t>Confidence = 0.35 × S_det + 0.25 × S_cand + 0.40 × S_llm</a:t>
            </a:r>
            <a:br/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Deterministic Score (35%): 1.0 for hard AST shifts (renamed flags, constant value changes); 0.80 for general changes.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Candidate Overlap Score (25%): Exact identifier match, old value mention in text, section relevance, file proximity.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LLM Semantic Score (40%): Open-weight Qwen 2.5 7B structured reasoning over tightly bounded evidence.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Strict Noise Suppression (&lt; 0.60): Any score below 60% confidence is discarded to eliminate false alarm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Actionable Severity Tiers</a:t>
            </a:r>
          </a:p>
          <a:p>
            <a:br/>
            <a:pPr>
              <a:defRPr sz="1400" b="1">
                <a:solidFill>
                  <a:srgbClr val="F43F5E"/>
                </a:solidFill>
              </a:defRPr>
            </a:pPr>
            <a:r>
              <a:t>HIGH SEVERITY (Red Alert)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</a:defRPr>
            </a:pPr>
            <a:r>
              <a:t>Direct factual contradiction: renamed CLI flag, modified default value, altered function arguments. Blocks PR merge (Exit Code 1).</a:t>
            </a:r>
          </a:p>
          <a:p>
            <a:br/>
            <a:pPr>
              <a:defRPr sz="1400" b="1">
                <a:solidFill>
                  <a:srgbClr val="F59E0B"/>
                </a:solidFill>
              </a:defRPr>
            </a:pPr>
            <a:r>
              <a:t>MEDIUM SEVERITY (Warning)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</a:defRPr>
            </a:pPr>
            <a:r>
              <a:t>Indirect semantic shift or behavioral nuance change. Recommended review.</a:t>
            </a:r>
          </a:p>
          <a:p>
            <a:br/>
            <a:pPr>
              <a:defRPr sz="1400" b="1">
                <a:solidFill>
                  <a:srgbClr val="38BDF8"/>
                </a:solidFill>
              </a:defRPr>
            </a:pPr>
            <a:r>
              <a:t>LOW SEVERITY (Info)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</a:defRPr>
            </a:pPr>
            <a:r>
              <a:t>Minor wording or contextual reference update.</a:t>
            </a:r>
          </a:p>
          <a:p>
            <a:br/>
            <a:pPr>
              <a:defRPr sz="1400" b="1">
                <a:solidFill>
                  <a:srgbClr val="10B981"/>
                </a:solidFill>
              </a:defRPr>
            </a:pPr>
            <a:r>
              <a:t>Same-PR Fix Suppression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</a:defRPr>
            </a:pPr>
            <a:r>
              <a:t>If a developer modifies DEFAULT_TIMEOUT = 60 and updates the doc sentence to '60 seconds' in the same PR, DriftLens detects it and suppresses the finding.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DRIFTLENS | HACKTOBERFEST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6 Golden Evaluation Demos (100% Problem Coverage)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  <a:latin typeface="Arial"/>
              </a:defRPr>
            </a:pPr>
            <a:r>
              <a:t>1. Renamed CLI Flag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Consolas"/>
              </a:defRPr>
            </a:pPr>
            <a:r>
              <a:t>cli.py: --timeout -&gt; --deadline</a:t>
            </a:r>
            <a:br/>
            <a:r>
              <a:t>Doc: 'Use --timeout to stop jobs'</a:t>
            </a:r>
            <a:br/>
            <a:r>
              <a:t>Result: FAIL (High, 98% Conf)</a:t>
            </a:r>
            <a:br/>
            <a:r>
              <a:t>Fix: 'Use --deadline to stop jobs'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47472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  <a:latin typeface="Arial"/>
              </a:defRPr>
            </a:pPr>
            <a:r>
              <a:t>2. Changed Default Value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Consolas"/>
              </a:defRPr>
            </a:pPr>
            <a:r>
              <a:t>config.js: DEFAULT_TIMEOUT = 30 -&gt; 60</a:t>
            </a:r>
            <a:br/>
            <a:r>
              <a:t>Doc: 'Default timeout is 30s'</a:t>
            </a:r>
            <a:br/>
            <a:r>
              <a:t>Result: FAIL (High, 93% Conf)</a:t>
            </a:r>
            <a:br/>
            <a:r>
              <a:t>Fix: 'Default timeout is 60s'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47472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3. False-Positive Control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Consolas"/>
              </a:defRPr>
            </a:pPr>
            <a:r>
              <a:t>utils.js: Internal math refactor</a:t>
            </a:r>
            <a:br/>
            <a:r>
              <a:t>Doc: 'Fast calculation utilities'</a:t>
            </a:r>
            <a:br/>
            <a:r>
              <a:t>Result: PASS (0 Findings)</a:t>
            </a:r>
            <a:br/>
            <a:r>
              <a:t>Proves zero false alarms!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47472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  <a:latin typeface="Arial"/>
              </a:defRPr>
            </a:pPr>
            <a:r>
              <a:t>4. Config Table Drift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Consolas"/>
              </a:defRPr>
            </a:pPr>
            <a:r>
              <a:t>config.js: TIMEOUT_SECONDS = 30 -&gt; 60</a:t>
            </a:r>
            <a:br/>
            <a:r>
              <a:t>Doc: | TIMEOUT_SECONDS | 30 |</a:t>
            </a:r>
            <a:br/>
            <a:r>
              <a:t>Result: FAIL (High, 97% Conf)</a:t>
            </a:r>
            <a:br/>
            <a:r>
              <a:t>Fix: Updates table row to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931920"/>
            <a:ext cx="347472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  <a:latin typeface="Arial"/>
              </a:defRPr>
            </a:pPr>
            <a:r>
              <a:t>5. API Parameter Signature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Consolas"/>
              </a:defRPr>
            </a:pPr>
            <a:r>
              <a:t>api.js: registerUser(email, password, tenantId)</a:t>
            </a:r>
            <a:br/>
            <a:r>
              <a:t>Doc: 'registerUser(email, password)'</a:t>
            </a:r>
            <a:br/>
            <a:r>
              <a:t>Result: FAIL (High, 91% Conf)</a:t>
            </a:r>
            <a:br/>
            <a:r>
              <a:t>Fix: Updates function signature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931920"/>
            <a:ext cx="347472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  <a:latin typeface="Arial"/>
              </a:defRPr>
            </a:pPr>
            <a:r>
              <a:t>6. Deleted Feature / Route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Consolas"/>
              </a:defRPr>
            </a:pPr>
            <a:r>
              <a:t>routes.js: Deleted /api/v1/legacy-export</a:t>
            </a:r>
            <a:br/>
            <a:r>
              <a:t>Doc: 'Use /api/v1/legacy-export for CSV'</a:t>
            </a:r>
            <a:br/>
            <a:r>
              <a:t>Result: FAIL (High, 90% Conf)</a:t>
            </a:r>
            <a:br/>
            <a:r>
              <a:t>Fix: Flags obsolete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DRIFTLENS | HACKTOBERFEST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Standout Innovations: Beyond Drift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  <a:latin typeface="Arial"/>
              </a:defRPr>
            </a:pPr>
            <a:r>
              <a:t>✨ Starter README Generator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What if a repo has zero documentation? DriftLens statically inspects all constants, CLI flags, and routes to synthesize an accurate starter README.md automatically.</a:t>
            </a:r>
            <a:br/>
            <a:br/>
            <a:r>
              <a:t>CLI: driftlens generate-readme --repo 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474720" cy="4389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  <a:latin typeface="Arial"/>
              </a:defRPr>
            </a:pPr>
            <a:r>
              <a:t>🌐 Visual Blast Radius Graph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Interactive SVG dependency graph maps code changes to affected documentation sections. Visualizes exactly where code changes radiate impact into documentation.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474720" cy="4389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  <a:latin typeface="Arial"/>
              </a:defRPr>
            </a:pPr>
            <a:r>
              <a:t>⚡ 1-Click Auto-Remediation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Maintainers don't just get an alert — they can click 'Apply Fix' directly in the Web Studio or download a git .patch file to apply the correction in 1 second.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DRIFTLENS | HACKTOBERFEST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Verification, Performance &amp; CI/CD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06040" cy="146304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  <a:latin typeface="Arial"/>
              </a:defRPr>
            </a:pPr>
            <a:r>
              <a:t>70</a:t>
            </a:r>
          </a:p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Unit &amp; Integration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606040" cy="146304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Test Pass Rate (Vitest)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606040" cy="146304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  <a:latin typeface="Arial"/>
              </a:defRPr>
            </a:pPr>
            <a:r>
              <a:t>5ms</a:t>
            </a:r>
          </a:p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Live Benchmark Duration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606040" cy="146304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9E0B"/>
                </a:solidFill>
                <a:latin typeface="Arial"/>
              </a:defRPr>
            </a:pPr>
            <a:r>
              <a:t>Qwen 2.5 7B</a:t>
            </a:r>
          </a:p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Open-Weight Model 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5212080" cy="27432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Reusable GitHub Action (action.yml)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Reusable GitHub Action for any open-source repo</a:t>
            </a:r>
            <a:br/>
            <a:r>
              <a:t>• Automates PR comments with diff suggestions</a:t>
            </a:r>
            <a:br/>
            <a:r>
              <a:t>• Fully supports GitHub Actions runners with Node 20+</a:t>
            </a:r>
            <a:br/>
            <a:r>
              <a:t>• Blocks PR merging with exit code 1 on HIGH severity drift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383280"/>
            <a:ext cx="5212080" cy="27432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Engineering Optimizations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O(1) Token Lookups: Pre-computed token and stem sets</a:t>
            </a:r>
            <a:br/>
            <a:r>
              <a:t>• Worker Pool Concurrency: Parallelized LLM inference</a:t>
            </a:r>
            <a:br/>
            <a:r>
              <a:t>• Parallel Async I/O: Fast repository traversal</a:t>
            </a:r>
            <a:br/>
            <a:r>
              <a:t>• In-Memory RAM Caching: Sub-millisecond API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DRIFTLENS | HACKTOBERFEST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Summary: Why DriftLens Wins Problem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Key Takeaways for Judges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1. Solves the Real Challenge: Identifies documentation drift in explanatory prose, configuration tables, and API tutorials where standard code-block test runners are blind.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2. Pre-Correction Detection: Flags the exact contradictory documentation sentence on the code commit, before any corrective documentation commit is required.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3. Zero Hallucinations: Deterministic AST and diff parsing anchors all file paths and line ranges; the AI model only performs bounded semantic reasoning.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4. 100% Hackathon Rule Compliant: Powered exclusively by open-weight Qwen 2.5 7B. Zero closed/proprietary APIs.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5. Complete Developer Experience: CLI tool + Reusable GitHub Action + Interactive Web Studio with Visual Blast Radius Graph + 1-Click Remediation + Starter README Generator.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